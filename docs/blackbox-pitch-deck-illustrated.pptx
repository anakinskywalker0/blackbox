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and sample output: README.md opening and “What bb why can explain” example. The visual is illustrative, based on the documented short-spike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 from README.md opening. The CPU trace is a conceptual, explicitly illustrative graphic rather than measured performance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“What bb why can explain” example, lines 321–332. Deliberate Windows test; formatted and shortened for slide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“bb run”, “How much it costs”, “Where your data lives”, “What bb why can explain”; implementation in bb-core/src/{sampler,sensors,store,rules}.rs. Defaults can be configured.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“What bb why can explain” and “Limits”. Some sensors and corresponding rules vary by OS/hardware. This is a capability map, not a promise that every cause is detectable on every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based on README.md opening and product behavior. This is a qualitative jobs-to-be-done comparison, not a benchmark or claim that existing tools lack all retrospective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“bb selftest”, “How much it costs”, “Where your data lives”, “Limits”. Windows result is induced CPU hog, CPU burst, heavy disk and memory pressure; 0 false alarms on quiet control; repeated runs are documented. Benchmark ~2% one core and ~38MB on a Windows 11 laptop, machine dependent. No broad accuracy claim is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“Status”, “Install”, “Limits”, “Roadmap”. README labels v0.4 now; Cargo package version is 0.4.1. Future features are explicitly marked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“Quick start”, “Install”, “License”. Visit repository for platform-specific install instructions and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akinSkywalker0/blackbo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75320" y="1298448"/>
            <a:ext cx="3127248" cy="4087368"/>
          </a:xfrm>
          <a:prstGeom prst="roundRect">
            <a:avLst>
              <a:gd name="adj" fmla="val 7018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4964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bb why 15:40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40496" y="2240280"/>
            <a:ext cx="2596896" cy="0"/>
          </a:xfrm>
          <a:prstGeom prst="line">
            <a:avLst/>
          </a:prstGeom>
          <a:noFill/>
          <a:ln w="12700">
            <a:solidFill>
              <a:srgbClr val="2E38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cause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CPU spike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41071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CPU for 5 seconds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by the 2-minute average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49640" y="4608576"/>
            <a:ext cx="2505456" cy="320040"/>
          </a:xfrm>
          <a:prstGeom prst="roundRect">
            <a:avLst>
              <a:gd name="adj" fmla="val 45714"/>
            </a:avLst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77656" y="466344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GUESSWORK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141732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</a:t>
            </a:r>
            <a:endParaRPr lang="en-US" sz="6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542032"/>
            <a:ext cx="7040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flight recorder for your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computer’s performance.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79145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felt slow, ask why — and get an answer backed by what happened on your machine.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slowdown is over. The evidence is gone.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make you choose between a live snapshot and a raw trace.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34056"/>
            <a:ext cx="10954512" cy="2267712"/>
          </a:xfrm>
          <a:prstGeom prst="roundRect">
            <a:avLst>
              <a:gd name="adj" fmla="val 7258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29992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CPU 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4233672"/>
            <a:ext cx="10259568" cy="0"/>
          </a:xfrm>
          <a:prstGeom prst="line">
            <a:avLst/>
          </a:prstGeom>
          <a:noFill/>
          <a:ln w="12700">
            <a:solidFill>
              <a:srgbClr val="2E3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4122115"/>
            <a:ext cx="118872" cy="102413"/>
          </a:xfrm>
          <a:prstGeom prst="roundRect">
            <a:avLst>
              <a:gd name="adj" fmla="val 2232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4498" y="4078224"/>
            <a:ext cx="118872" cy="14630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1445" y="4107485"/>
            <a:ext cx="118872" cy="117043"/>
          </a:xfrm>
          <a:prstGeom prst="roundRect">
            <a:avLst>
              <a:gd name="adj" fmla="val 195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8391" y="4056278"/>
            <a:ext cx="118872" cy="168250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5338" y="4092854"/>
            <a:ext cx="118872" cy="13167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72284" y="4019702"/>
            <a:ext cx="118872" cy="204826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9230" y="4100170"/>
            <a:ext cx="118872" cy="124358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6177" y="4070909"/>
            <a:ext cx="118872" cy="153619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3123" y="4122115"/>
            <a:ext cx="118872" cy="102413"/>
          </a:xfrm>
          <a:prstGeom prst="roundRect">
            <a:avLst>
              <a:gd name="adj" fmla="val 2232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00070" y="4034333"/>
            <a:ext cx="118872" cy="190195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57016" y="4063594"/>
            <a:ext cx="118872" cy="16093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13962" y="4092854"/>
            <a:ext cx="118872" cy="13167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70909" y="4048963"/>
            <a:ext cx="118872" cy="175565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7855" y="4063594"/>
            <a:ext cx="118872" cy="16093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4802" y="4107485"/>
            <a:ext cx="118872" cy="117043"/>
          </a:xfrm>
          <a:prstGeom prst="roundRect">
            <a:avLst>
              <a:gd name="adj" fmla="val 195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1748" y="3990442"/>
            <a:ext cx="118872" cy="234086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98694" y="4027018"/>
            <a:ext cx="118872" cy="197510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55641" y="4107485"/>
            <a:ext cx="118872" cy="117043"/>
          </a:xfrm>
          <a:prstGeom prst="roundRect">
            <a:avLst>
              <a:gd name="adj" fmla="val 195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12587" y="4070909"/>
            <a:ext cx="118872" cy="153619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69534" y="3975811"/>
            <a:ext cx="118872" cy="248717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100170"/>
            <a:ext cx="118872" cy="124358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3426" y="3566160"/>
            <a:ext cx="118872" cy="658368"/>
          </a:xfrm>
          <a:prstGeom prst="roundRect">
            <a:avLst>
              <a:gd name="adj" fmla="val 19231"/>
            </a:avLst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40373" y="3507638"/>
            <a:ext cx="118872" cy="716890"/>
          </a:xfrm>
          <a:prstGeom prst="roundRect">
            <a:avLst>
              <a:gd name="adj" fmla="val 19231"/>
            </a:avLst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97319" y="3529584"/>
            <a:ext cx="118872" cy="694944"/>
          </a:xfrm>
          <a:prstGeom prst="roundRect">
            <a:avLst>
              <a:gd name="adj" fmla="val 19231"/>
            </a:avLst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54266" y="3646627"/>
            <a:ext cx="118872" cy="577901"/>
          </a:xfrm>
          <a:prstGeom prst="roundRect">
            <a:avLst>
              <a:gd name="adj" fmla="val 19231"/>
            </a:avLst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11212" y="3953866"/>
            <a:ext cx="118872" cy="270662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8158" y="4063594"/>
            <a:ext cx="118872" cy="16093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25105" y="4078224"/>
            <a:ext cx="118872" cy="14630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2051" y="4041648"/>
            <a:ext cx="118872" cy="182880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38998" y="4092854"/>
            <a:ext cx="118872" cy="13167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95944" y="4063594"/>
            <a:ext cx="118872" cy="16093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52890" y="4122115"/>
            <a:ext cx="118872" cy="102413"/>
          </a:xfrm>
          <a:prstGeom prst="roundRect">
            <a:avLst>
              <a:gd name="adj" fmla="val 2232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09837" y="4019702"/>
            <a:ext cx="118872" cy="204826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66783" y="4100170"/>
            <a:ext cx="118872" cy="124358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3730" y="4041648"/>
            <a:ext cx="118872" cy="182880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80676" y="4107485"/>
            <a:ext cx="118872" cy="117043"/>
          </a:xfrm>
          <a:prstGeom prst="roundRect">
            <a:avLst>
              <a:gd name="adj" fmla="val 195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37622" y="4063594"/>
            <a:ext cx="118872" cy="16093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94569" y="4078224"/>
            <a:ext cx="118872" cy="14630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51515" y="4092854"/>
            <a:ext cx="118872" cy="131674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008462" y="4048963"/>
            <a:ext cx="118872" cy="175565"/>
          </a:xfrm>
          <a:prstGeom prst="roundRect">
            <a:avLst>
              <a:gd name="adj" fmla="val 19231"/>
            </a:avLst>
          </a:prstGeom>
          <a:solidFill>
            <a:srgbClr val="5E6A61"/>
          </a:solidFill>
          <a:ln w="12700">
            <a:solidFill>
              <a:srgbClr val="5E6A61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76288" y="3182112"/>
            <a:ext cx="0" cy="1197864"/>
          </a:xfrm>
          <a:prstGeom prst="line">
            <a:avLst/>
          </a:prstGeom>
          <a:noFill/>
          <a:ln w="22860">
            <a:solidFill>
              <a:srgbClr val="C7F3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16852" y="3351276"/>
            <a:ext cx="118872" cy="118872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141464" y="32644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SLOWDOWN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960120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15:35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510528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15:40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0570464" y="4517136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1792" y="5294376"/>
            <a:ext cx="5285232" cy="795528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54496" y="5294376"/>
            <a:ext cx="5321808" cy="795528"/>
          </a:xfrm>
          <a:prstGeom prst="roundRect">
            <a:avLst>
              <a:gd name="adj" fmla="val 16092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4400" y="55595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SNAPSHOT   The spike is gone.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6537960" y="555955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 Ask what happened at 15:40.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the moment that mattered.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 to watch in real time. Query a time after the fact.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660904"/>
            <a:ext cx="10954512" cy="3054096"/>
          </a:xfrm>
          <a:prstGeom prst="roundRect">
            <a:avLst>
              <a:gd name="adj" fmla="val 5988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2971800"/>
            <a:ext cx="10012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bb why now --span 2m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41832" y="3502152"/>
            <a:ext cx="10268712" cy="0"/>
          </a:xfrm>
          <a:prstGeom prst="line">
            <a:avLst/>
          </a:prstGeom>
          <a:noFill/>
          <a:ln w="12700">
            <a:solidFill>
              <a:srgbClr val="2E38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739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cause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4041648"/>
            <a:ext cx="9966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CPU spike around 22:27:24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6908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5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22:27:22–22:27:26: CPU averaged 100%   /   whole window: only 30%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120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Zoom in: bb why 22:27:24 --span 30s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recording. Ready when you ask.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local pipeline turns raw measurements into ranked, evidence-backed causes.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807208"/>
            <a:ext cx="3383280" cy="2542032"/>
          </a:xfrm>
          <a:prstGeom prst="roundRect">
            <a:avLst>
              <a:gd name="adj" fmla="val 68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416" y="3072384"/>
            <a:ext cx="411480" cy="320040"/>
          </a:xfrm>
          <a:prstGeom prst="roundRect">
            <a:avLst>
              <a:gd name="adj" fmla="val 4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312724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685032"/>
            <a:ext cx="2615184" cy="0"/>
          </a:xfrm>
          <a:prstGeom prst="line">
            <a:avLst/>
          </a:prstGeom>
          <a:noFill/>
          <a:ln w="19050">
            <a:solidFill>
              <a:srgbClr val="E7E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87552" y="3575670"/>
            <a:ext cx="191321" cy="6584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8873" y="3575670"/>
            <a:ext cx="191321" cy="32918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370193" y="3562502"/>
            <a:ext cx="191321" cy="46086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1514" y="3562502"/>
            <a:ext cx="191321" cy="26335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752834" y="3549335"/>
            <a:ext cx="191321" cy="39502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4155" y="3549335"/>
            <a:ext cx="191321" cy="111923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135476" y="3266237"/>
            <a:ext cx="191321" cy="395021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326796" y="3233318"/>
            <a:ext cx="191321" cy="32918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8117" y="3233318"/>
            <a:ext cx="191321" cy="434523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709438" y="3569086"/>
            <a:ext cx="191321" cy="98755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0758" y="3569086"/>
            <a:ext cx="191321" cy="26335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092079" y="3562502"/>
            <a:ext cx="191321" cy="32918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83399" y="3562502"/>
            <a:ext cx="191321" cy="26335"/>
          </a:xfrm>
          <a:prstGeom prst="line">
            <a:avLst/>
          </a:prstGeom>
          <a:noFill/>
          <a:ln w="34290">
            <a:solidFill>
              <a:srgbClr val="13171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7732" y="3223260"/>
            <a:ext cx="100584" cy="100584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" y="395020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" y="4480560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memory, paging, disk, clock speed, GPU and busiest programs — as available.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87368" y="3803904"/>
            <a:ext cx="256032" cy="256032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78808" y="3840480"/>
            <a:ext cx="100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98264" y="2807208"/>
            <a:ext cx="3383280" cy="2542032"/>
          </a:xfrm>
          <a:prstGeom prst="roundRect">
            <a:avLst>
              <a:gd name="adj" fmla="val 68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04888" y="3072384"/>
            <a:ext cx="411480" cy="320040"/>
          </a:xfrm>
          <a:prstGeom prst="roundRect">
            <a:avLst>
              <a:gd name="adj" fmla="val 4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32904" y="312724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28032" y="3145536"/>
            <a:ext cx="1353312" cy="256032"/>
          </a:xfrm>
          <a:prstGeom prst="roundRect">
            <a:avLst>
              <a:gd name="adj" fmla="val 3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0056" y="3246120"/>
            <a:ext cx="886968" cy="0"/>
          </a:xfrm>
          <a:prstGeom prst="line">
            <a:avLst/>
          </a:prstGeom>
          <a:noFill/>
          <a:ln w="15240">
            <a:solidFill>
              <a:srgbClr val="6871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3328416"/>
            <a:ext cx="1353312" cy="256032"/>
          </a:xfrm>
          <a:prstGeom prst="roundRect">
            <a:avLst>
              <a:gd name="adj" fmla="val 3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0056" y="3429000"/>
            <a:ext cx="886968" cy="0"/>
          </a:xfrm>
          <a:prstGeom prst="line">
            <a:avLst/>
          </a:prstGeom>
          <a:noFill/>
          <a:ln w="15240">
            <a:solidFill>
              <a:srgbClr val="6871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511296"/>
            <a:ext cx="1353312" cy="256032"/>
          </a:xfrm>
          <a:prstGeom prst="roundRect">
            <a:avLst>
              <a:gd name="adj" fmla="val 3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0056" y="3611880"/>
            <a:ext cx="886968" cy="0"/>
          </a:xfrm>
          <a:prstGeom prst="line">
            <a:avLst/>
          </a:prstGeom>
          <a:noFill/>
          <a:ln w="15240">
            <a:solidFill>
              <a:srgbClr val="6871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7648" y="3557016"/>
            <a:ext cx="822960" cy="0"/>
          </a:xfrm>
          <a:prstGeom prst="line">
            <a:avLst/>
          </a:prstGeom>
          <a:noFill/>
          <a:ln w="21590">
            <a:solidFill>
              <a:srgbClr val="13171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0548" y="3497580"/>
            <a:ext cx="118872" cy="118872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56832" y="3172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395020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context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4663440" y="4480560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stores one-second samples; older history is thinned and retained locally.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863840" y="3803904"/>
            <a:ext cx="256032" cy="256032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955280" y="3840480"/>
            <a:ext cx="100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74736" y="2807208"/>
            <a:ext cx="3383280" cy="2542032"/>
          </a:xfrm>
          <a:prstGeom prst="roundRect">
            <a:avLst>
              <a:gd name="adj" fmla="val 68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81360" y="3072384"/>
            <a:ext cx="411480" cy="320040"/>
          </a:xfrm>
          <a:prstGeom prst="roundRect">
            <a:avLst>
              <a:gd name="adj" fmla="val 4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009376" y="312724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558784" y="3136392"/>
            <a:ext cx="128016" cy="128016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14816" y="3145536"/>
            <a:ext cx="1901952" cy="100584"/>
          </a:xfrm>
          <a:prstGeom prst="roundRect">
            <a:avLst>
              <a:gd name="adj" fmla="val 45455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58784" y="3364992"/>
            <a:ext cx="128016" cy="128016"/>
          </a:xfrm>
          <a:prstGeom prst="ellipse">
            <a:avLst/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14816" y="3374136"/>
            <a:ext cx="1380744" cy="100584"/>
          </a:xfrm>
          <a:prstGeom prst="roundRect">
            <a:avLst>
              <a:gd name="adj" fmla="val 45455"/>
            </a:avLst>
          </a:prstGeom>
          <a:solidFill>
            <a:srgbClr val="B7D8C2"/>
          </a:solidFill>
          <a:ln w="12700">
            <a:solidFill>
              <a:srgbClr val="B7D8C2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58784" y="3593592"/>
            <a:ext cx="128016" cy="128016"/>
          </a:xfrm>
          <a:prstGeom prst="ellipse">
            <a:avLst/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14816" y="3602736"/>
            <a:ext cx="886968" cy="100584"/>
          </a:xfrm>
          <a:prstGeom prst="roundRect">
            <a:avLst>
              <a:gd name="adj" fmla="val 45455"/>
            </a:avLst>
          </a:prstGeom>
          <a:solidFill>
            <a:srgbClr val="B7D8C2"/>
          </a:solidFill>
          <a:ln w="12700">
            <a:solidFill>
              <a:srgbClr val="B7D8C2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439912" y="395020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2200" dirty="0"/>
          </a:p>
        </p:txBody>
      </p:sp>
      <p:sp>
        <p:nvSpPr>
          <p:cNvPr id="56" name="Text 54"/>
          <p:cNvSpPr txBox="1"/>
          <p:nvPr/>
        </p:nvSpPr>
        <p:spPr>
          <a:xfrm>
            <a:off x="8439912" y="4480560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Time-window rules rank likely causes, show evidence and label confidence.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72414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1 sample/sec  •  7 days of history  •  1-in-10-second history after 24 hours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COVERAGE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SLOWDOWNS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bottleneck, not just a high number.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account for sustained pressure, brief events, and sensors that vary by machine.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7063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3026664"/>
            <a:ext cx="594360" cy="59436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1832" y="3372673"/>
            <a:ext cx="65532" cy="5121"/>
          </a:xfrm>
          <a:prstGeom prst="line">
            <a:avLst/>
          </a:prstGeom>
          <a:noFill/>
          <a:ln w="30480">
            <a:solidFill>
              <a:srgbClr val="13171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07364" y="3224174"/>
            <a:ext cx="65532" cy="148499"/>
          </a:xfrm>
          <a:prstGeom prst="line">
            <a:avLst/>
          </a:prstGeom>
          <a:noFill/>
          <a:ln w="30480">
            <a:solidFill>
              <a:srgbClr val="1317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2896" y="3224174"/>
            <a:ext cx="65532" cy="174102"/>
          </a:xfrm>
          <a:prstGeom prst="line">
            <a:avLst/>
          </a:prstGeom>
          <a:noFill/>
          <a:ln w="30480">
            <a:solidFill>
              <a:srgbClr val="1317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138428" y="3260019"/>
            <a:ext cx="65532" cy="138257"/>
          </a:xfrm>
          <a:prstGeom prst="line">
            <a:avLst/>
          </a:prstGeom>
          <a:noFill/>
          <a:ln w="30480">
            <a:solidFill>
              <a:srgbClr val="1317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3960" y="3260019"/>
            <a:ext cx="65532" cy="79370"/>
          </a:xfrm>
          <a:prstGeom prst="line">
            <a:avLst/>
          </a:prstGeom>
          <a:noFill/>
          <a:ln w="30480">
            <a:solidFill>
              <a:srgbClr val="1317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69492" y="3331708"/>
            <a:ext cx="65532" cy="7681"/>
          </a:xfrm>
          <a:prstGeom prst="line">
            <a:avLst/>
          </a:prstGeom>
          <a:noFill/>
          <a:ln w="30480">
            <a:solidFill>
              <a:srgbClr val="1317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1640" y="301752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4564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programs, saturation, short spikes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27064" y="277063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3026664"/>
            <a:ext cx="594360" cy="59436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136392"/>
            <a:ext cx="91440" cy="91440"/>
          </a:xfrm>
          <a:prstGeom prst="roundRect">
            <a:avLst>
              <a:gd name="adj" fmla="val 25000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3408" y="3136392"/>
            <a:ext cx="91440" cy="91440"/>
          </a:xfrm>
          <a:prstGeom prst="roundRect">
            <a:avLst>
              <a:gd name="adj" fmla="val 25000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3136392"/>
            <a:ext cx="91440" cy="91440"/>
          </a:xfrm>
          <a:prstGeom prst="roundRect">
            <a:avLst>
              <a:gd name="adj" fmla="val 25000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47104" y="3300984"/>
            <a:ext cx="91440" cy="91440"/>
          </a:xfrm>
          <a:prstGeom prst="roundRect">
            <a:avLst>
              <a:gd name="adj" fmla="val 25000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3408" y="3300984"/>
            <a:ext cx="91440" cy="91440"/>
          </a:xfrm>
          <a:prstGeom prst="roundRect">
            <a:avLst>
              <a:gd name="adj" fmla="val 25000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3300984"/>
            <a:ext cx="91440" cy="91440"/>
          </a:xfrm>
          <a:prstGeom prst="roundRect">
            <a:avLst>
              <a:gd name="adj" fmla="val 25000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96912" y="301752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34564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and paging, short squeezes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" y="423367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4489704"/>
            <a:ext cx="594360" cy="59436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832" y="4599432"/>
            <a:ext cx="420624" cy="0"/>
          </a:xfrm>
          <a:prstGeom prst="line">
            <a:avLst/>
          </a:prstGeom>
          <a:noFill/>
          <a:ln w="26670">
            <a:solidFill>
              <a:srgbClr val="13171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73302" y="4560570"/>
            <a:ext cx="50292" cy="50292"/>
          </a:xfrm>
          <a:prstGeom prst="ellipse">
            <a:avLst/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" y="4727448"/>
            <a:ext cx="420624" cy="0"/>
          </a:xfrm>
          <a:prstGeom prst="line">
            <a:avLst/>
          </a:prstGeom>
          <a:noFill/>
          <a:ln w="26670">
            <a:solidFill>
              <a:srgbClr val="13171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73302" y="4688586"/>
            <a:ext cx="50292" cy="50292"/>
          </a:xfrm>
          <a:prstGeom prst="ellipse">
            <a:avLst/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832" y="4855464"/>
            <a:ext cx="420624" cy="0"/>
          </a:xfrm>
          <a:prstGeom prst="line">
            <a:avLst/>
          </a:prstGeom>
          <a:noFill/>
          <a:ln w="26670">
            <a:solidFill>
              <a:srgbClr val="13171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73302" y="4816602"/>
            <a:ext cx="50292" cy="50292"/>
          </a:xfrm>
          <a:prstGeom prst="ellipse">
            <a:avLst/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91640" y="44805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1691640" y="49194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activity, slow requests, stalls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27064" y="423367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4489704"/>
            <a:ext cx="594360" cy="594360"/>
          </a:xfrm>
          <a:prstGeom prst="ellipse">
            <a:avLst/>
          </a:prstGeom>
          <a:solidFill>
            <a:srgbClr val="B7D8C2"/>
          </a:solidFill>
          <a:ln w="12700">
            <a:solidFill>
              <a:srgbClr val="B7D8C2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620256" y="4599432"/>
            <a:ext cx="173736" cy="210312"/>
          </a:xfrm>
          <a:prstGeom prst="line">
            <a:avLst/>
          </a:prstGeom>
          <a:noFill/>
          <a:ln w="33020">
            <a:solidFill>
              <a:srgbClr val="13171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0256" y="4809744"/>
            <a:ext cx="164592" cy="0"/>
          </a:xfrm>
          <a:prstGeom prst="line">
            <a:avLst/>
          </a:prstGeom>
          <a:noFill/>
          <a:ln w="33020">
            <a:solidFill>
              <a:srgbClr val="13171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665976" y="4809744"/>
            <a:ext cx="118872" cy="219456"/>
          </a:xfrm>
          <a:prstGeom prst="line">
            <a:avLst/>
          </a:prstGeom>
          <a:noFill/>
          <a:ln w="33020">
            <a:solidFill>
              <a:srgbClr val="13171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96912" y="44805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+ GPU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7296912" y="49194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Heat, throttling, battery and GPU load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" y="5989320"/>
            <a:ext cx="3154680" cy="320040"/>
          </a:xfrm>
          <a:prstGeom prst="roundRect">
            <a:avLst>
              <a:gd name="adj" fmla="val 4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8096" y="6044184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MATCH? IT SAYS “NO CLEAR CAUSE.”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BLACKBOX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LAYER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telemetry to an answer.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complements live monitors and trace tools with a continuous, retrospective explanation.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15768"/>
            <a:ext cx="10954512" cy="795528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98094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7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25496" y="2944368"/>
            <a:ext cx="5257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using resources right now?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30184" y="2953512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in the moment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3694176"/>
            <a:ext cx="10954512" cy="795528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9593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7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TRACE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25496" y="3922776"/>
            <a:ext cx="5257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events happened in this capture?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3931920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investigation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" y="4672584"/>
            <a:ext cx="10954512" cy="795528"/>
          </a:xfrm>
          <a:prstGeom prst="roundRect">
            <a:avLst>
              <a:gd name="adj" fmla="val 16092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9377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7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25496" y="4901184"/>
            <a:ext cx="5257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this machine slow then?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4910328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cause + supporting evidence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TRUST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VALIDATION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earn trust on your machine.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by default. Measurable overhead. A self-test that creates real slowdowns.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807208"/>
            <a:ext cx="3438144" cy="1993392"/>
          </a:xfrm>
          <a:prstGeom prst="roundRect">
            <a:avLst>
              <a:gd name="adj" fmla="val 8257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3072384"/>
            <a:ext cx="2926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induced slowdowns detected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432511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laptop self-test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99232" y="3145536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9544" y="3145536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3355848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9544" y="3355848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2807208"/>
            <a:ext cx="3438144" cy="1993392"/>
          </a:xfrm>
          <a:prstGeom prst="roundRect">
            <a:avLst>
              <a:gd name="adj" fmla="val 8257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072384"/>
            <a:ext cx="2926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in the control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32511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documented self-test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76288" y="3154680"/>
            <a:ext cx="310896" cy="310896"/>
          </a:xfrm>
          <a:prstGeom prst="ellipse">
            <a:avLst/>
          </a:prstGeom>
          <a:solidFill>
            <a:srgbClr val="1B211E">
              <a:alpha val="0"/>
            </a:srgbClr>
          </a:solidFill>
          <a:ln w="29210">
            <a:solidFill>
              <a:srgbClr val="A9B5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2807208"/>
            <a:ext cx="3438144" cy="1993392"/>
          </a:xfrm>
          <a:prstGeom prst="roundRect">
            <a:avLst>
              <a:gd name="adj" fmla="val 8257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49056" y="3072384"/>
            <a:ext cx="2926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~2%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8449056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one CPU core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432511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laptop at 1 sample/sec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88752" y="3502152"/>
            <a:ext cx="502920" cy="0"/>
          </a:xfrm>
          <a:prstGeom prst="line">
            <a:avLst/>
          </a:prstGeom>
          <a:noFill/>
          <a:ln w="33020">
            <a:solidFill>
              <a:srgbClr val="A9B5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88752" y="3502152"/>
            <a:ext cx="128016" cy="0"/>
          </a:xfrm>
          <a:prstGeom prst="line">
            <a:avLst/>
          </a:prstGeom>
          <a:noFill/>
          <a:ln w="45720">
            <a:solidFill>
              <a:srgbClr val="C7F3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248656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recordings stay local. Program names and resource usage only — no window titles, file names, keystrokes or screen content.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0076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is early: heat, GPU throttle, battery causes and true machine stalls are not yet end-to-end verified.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&amp; NEXT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NOW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recorder, with a clear next step.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0.4 is available for Windows, Linux and macOS; sensor depth differs by platform.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34056"/>
            <a:ext cx="5248656" cy="2889504"/>
          </a:xfrm>
          <a:prstGeom prst="roundRect">
            <a:avLst>
              <a:gd name="adj" fmla="val 5696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0837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2734056"/>
            <a:ext cx="5349240" cy="2889504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300837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547872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71016" y="3465576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&amp; auto-start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3950208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71016" y="3867912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history &amp; bb why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" y="4352544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71016" y="4270248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Self-test &amp; feedback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4754880"/>
            <a:ext cx="109728" cy="109728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71016" y="4672584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Linux / macOS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64808" y="3547872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68716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75704" y="346557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Event Log correlation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64808" y="3950208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68716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75704" y="386791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+ per-program GPU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64808" y="4352544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68716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75704" y="4270248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HTML report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64808" y="4754880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68716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75704" y="467258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signing + winget listing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61888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has the broadest sensor coverage; on other platforms unsupported rules are skipped.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234440"/>
            <a:ext cx="10808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time it feels slow,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why.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5701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Install   →   2  Start recording   →   3  Ask bb why now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" y="4654296"/>
            <a:ext cx="10954512" cy="804672"/>
          </a:xfrm>
          <a:prstGeom prst="roundRect">
            <a:avLst>
              <a:gd name="adj" fmla="val 15909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914400" y="491032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github.com/AnakinSkywalker0/blackbox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 /  MIT license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blackbox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Blackbox — a flight recorder for computer performance</dc:title>
  <dc:subject>Blackbox product overview</dc:subject>
  <dc:creator>blackbox</dc:creator>
  <cp:lastModifiedBy>blackbox</cp:lastModifiedBy>
  <cp:revision>1</cp:revision>
  <dcterms:created xsi:type="dcterms:W3CDTF">2026-10-02T14:54:50Z</dcterms:created>
  <dcterms:modified xsi:type="dcterms:W3CDTF">2026-10-02T14:54:50Z</dcterms:modified>
</cp:coreProperties>
</file>