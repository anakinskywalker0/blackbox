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and sample output: README.md opening and “What bb why can explain” example. The visual is illustrative, based on the documented short-spike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 is from README.md opening: Task Manager shows numbers and Performance Recorder shows raw traces, neither answers why in plain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“What bb why can explain” example, lines 321–332. Deliberate Windows test; formatted and shortened for slide legibility.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“bb run”, “How much it costs”, “Where your data lives”, “What bb why can explain”; implementation in bb-core/src/{sampler,sensors,store,rules}.rs. Defaults can be configured.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“What bb why can explain” and “Limits”. Some sensors and corresponding rules vary by OS/hardware. This is a capability map, not a promise that every cause is detectable on every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based on README.md opening and product behavior. This is a qualitative jobs-to-be-done comparison, not a benchmark or claim that existing tools lack all retrospective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“bb selftest”, “How much it costs”, “Where your data lives”, “Limits”. Windows result is induced CPU hog, CPU burst, heavy disk and memory pressure; 0 false alarms on quiet control; repeated runs are documented. Benchmark ~2% one core and ~38MB on a Windows 11 laptop, machine dependent. No broad accuracy claim is intended.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“Status”, “Install”, “Limits”, “Roadmap”. README labels v0.4 now; Cargo package version is 0.4.1. Future features are explicitly marked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README.md “Quick start”, “Install”, “License”. Visit repository for platform-specific install instructions and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akinSkywalker0/blackbo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75320" y="1298448"/>
            <a:ext cx="3127248" cy="4087368"/>
          </a:xfrm>
          <a:prstGeom prst="roundRect">
            <a:avLst>
              <a:gd name="adj" fmla="val 7018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49640" y="16642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bb why 15:40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40496" y="2240280"/>
            <a:ext cx="2596896" cy="0"/>
          </a:xfrm>
          <a:prstGeom prst="line">
            <a:avLst/>
          </a:prstGeom>
          <a:noFill/>
          <a:ln w="12700">
            <a:solidFill>
              <a:srgbClr val="2E38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49640" y="2496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cause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8529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CPU spike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8549640" y="3410712"/>
            <a:ext cx="2487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CPU for 5 seconds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by the 2-minute average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49640" y="4608576"/>
            <a:ext cx="2505456" cy="320040"/>
          </a:xfrm>
          <a:prstGeom prst="roundRect">
            <a:avLst>
              <a:gd name="adj" fmla="val 45714"/>
            </a:avLst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77656" y="4663440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GUESSWORK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1417320"/>
            <a:ext cx="7223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</a:t>
            </a:r>
            <a:endParaRPr lang="en-US" sz="6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2542032"/>
            <a:ext cx="7040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flight recorder for your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computer’s performance.</a:t>
            </a:r>
            <a:endParaRPr lang="en-US" sz="3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791456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felt slow, ask why — and get an answer backed by what happened on your machine.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slowdown is over. The evidence is gone.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make you choose between a live snapshot and a raw trace.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88920"/>
            <a:ext cx="3547872" cy="2898648"/>
          </a:xfrm>
          <a:prstGeom prst="roundRect">
            <a:avLst>
              <a:gd name="adj" fmla="val 56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3090672"/>
            <a:ext cx="512064" cy="512064"/>
          </a:xfrm>
          <a:prstGeom prst="ellipse">
            <a:avLst/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2461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80390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Manager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" y="438912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what is using resources now.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504748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freeze from five minutes ago has already vanished.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2788920"/>
            <a:ext cx="3547872" cy="2898648"/>
          </a:xfrm>
          <a:prstGeom prst="roundRect">
            <a:avLst>
              <a:gd name="adj" fmla="val 567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5736" y="3090672"/>
            <a:ext cx="512064" cy="512064"/>
          </a:xfrm>
          <a:prstGeom prst="ellipse">
            <a:avLst/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28032" y="32461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380390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traces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736592" y="438912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rich technical detail.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36592" y="504748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the cause means interpreting raw events.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339328" y="2788920"/>
            <a:ext cx="3547872" cy="2898648"/>
          </a:xfrm>
          <a:prstGeom prst="roundRect">
            <a:avLst>
              <a:gd name="adj" fmla="val 5678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04504" y="3090672"/>
            <a:ext cx="512064" cy="512064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0" y="324612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80390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438912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was my machine slow at 15:40?”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504748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need a retrospective explanation they can act 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EXPERIENCE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about the moment that mattered.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 to watch in real time. Query a time after the fact.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660904"/>
            <a:ext cx="10954512" cy="3054096"/>
          </a:xfrm>
          <a:prstGeom prst="roundRect">
            <a:avLst>
              <a:gd name="adj" fmla="val 5988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2971800"/>
            <a:ext cx="10012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bb why now --span 2m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41832" y="3502152"/>
            <a:ext cx="10268712" cy="0"/>
          </a:xfrm>
          <a:prstGeom prst="line">
            <a:avLst/>
          </a:prstGeom>
          <a:noFill/>
          <a:ln w="12700">
            <a:solidFill>
              <a:srgbClr val="2E38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7398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likely cause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4041648"/>
            <a:ext cx="9966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CPU spike around 22:27:24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690872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5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22:27:22–22:27:26: CPU averaged 100%   /   whole window: only 30%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1208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F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Zoom in: bb why 22:27:24 --span 30s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recording. Ready when you ask.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local pipeline turns raw measurements into ranked, evidence-backed causes.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871216"/>
            <a:ext cx="3383280" cy="242316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7673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4334256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memory, paging, disk, clock speed, GPU and busiest programs — as available.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087368" y="3822192"/>
            <a:ext cx="256032" cy="25603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78808" y="3858768"/>
            <a:ext cx="100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8264" y="2871216"/>
            <a:ext cx="3383280" cy="242316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7673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context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334256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stores one-second samples; older history is thinned and retained locally.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0" y="3822192"/>
            <a:ext cx="256032" cy="256032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0" y="3858768"/>
            <a:ext cx="100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74736" y="2871216"/>
            <a:ext cx="3383280" cy="2423160"/>
          </a:xfrm>
          <a:prstGeom prst="roundRect">
            <a:avLst>
              <a:gd name="adj" fmla="val 717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9912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8439912" y="376732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439912" y="4334256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Time-window rules rank likely causes, show evidence and label confidence.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2414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1 sample/sec  •  7 days of history  •  1-in-10-second history after 24 hours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COVERAGE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REAL SLOWDOWNS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bottleneck, not just a high number.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account for sustained pressure, brief events, and sensors that vary by machine.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7063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302666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200400"/>
            <a:ext cx="192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0175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56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 programs, saturation, short spikes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7064" y="277063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302666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56832" y="3200400"/>
            <a:ext cx="192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296912" y="301752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296912" y="345643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and paging, short squeezes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423367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4489704"/>
            <a:ext cx="594360" cy="594360"/>
          </a:xfrm>
          <a:prstGeom prst="ellipse">
            <a:avLst/>
          </a:prstGeom>
          <a:solidFill>
            <a:srgbClr val="C7F36B"/>
          </a:solidFill>
          <a:ln w="12700">
            <a:solidFill>
              <a:srgbClr val="C7F36B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1560" y="4663440"/>
            <a:ext cx="192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480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49194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activity, slow requests, stalls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27064" y="4233672"/>
            <a:ext cx="5285232" cy="1188720"/>
          </a:xfrm>
          <a:prstGeom prst="roundRect">
            <a:avLst>
              <a:gd name="adj" fmla="val 1307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64808" y="4489704"/>
            <a:ext cx="594360" cy="594360"/>
          </a:xfrm>
          <a:prstGeom prst="ellipse">
            <a:avLst/>
          </a:prstGeom>
          <a:solidFill>
            <a:srgbClr val="B7D8C2"/>
          </a:solidFill>
          <a:ln w="12700">
            <a:solidFill>
              <a:srgbClr val="B7D8C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4663440"/>
            <a:ext cx="192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44805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+ GPU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4919472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Heat, throttling, battery and GPU load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989320"/>
            <a:ext cx="3154680" cy="320040"/>
          </a:xfrm>
          <a:prstGeom prst="roundRect">
            <a:avLst>
              <a:gd name="adj" fmla="val 45714"/>
            </a:avLst>
          </a:prstGeom>
          <a:solidFill>
            <a:srgbClr val="E7EEE6"/>
          </a:solidFill>
          <a:ln w="12700">
            <a:solidFill>
              <a:srgbClr val="E7EEE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6044184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MATCH? IT SAYS “NO CLEAR CAUSE.”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BLACKBOX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LAYER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telemetry to an answer.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complements live monitors and trace tools with a continuous, retrospective explanation.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15768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9809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MONITOR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25496" y="2944368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using resources right now?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30184" y="2953512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in the moment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" y="3694176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9593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TRACE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25496" y="3922776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events happened in this capture?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3931920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investigation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" y="4672584"/>
            <a:ext cx="10954512" cy="795528"/>
          </a:xfrm>
          <a:prstGeom prst="roundRect">
            <a:avLst>
              <a:gd name="adj" fmla="val 16092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93776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7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825496" y="4901184"/>
            <a:ext cx="5257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machine slow then?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30184" y="4910328"/>
            <a:ext cx="28163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cause + supporting evidence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&amp; TRUST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VALIDATION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earn trust on your machine.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by default. Measurable overhead. A self-test that creates real slowdowns.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induced slowdowns detected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laptop self-test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07408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in the control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documented self-test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2807208"/>
            <a:ext cx="3438144" cy="1993392"/>
          </a:xfrm>
          <a:prstGeom prst="roundRect">
            <a:avLst>
              <a:gd name="adj" fmla="val 8257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49056" y="3072384"/>
            <a:ext cx="2926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one CPU core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49056" y="4325112"/>
            <a:ext cx="2880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laptop at 1 sample/sec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48656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recordings stay local. Program names and resource usage only — no window titles, file names, keystrokes or screen content.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00760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is early: heat, GPU throttle, battery causes and true machine stalls are not yet end-to-end verified.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&amp; NEXT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86868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NOW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197864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recorder, with a clear next step.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1947672"/>
            <a:ext cx="10789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0.4 is available for Windows, Linux and macOS; sensor depth differs by platform.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" y="2734056"/>
            <a:ext cx="5248656" cy="2889504"/>
          </a:xfrm>
          <a:prstGeom prst="roundRect">
            <a:avLst>
              <a:gd name="adj" fmla="val 5696"/>
            </a:avLst>
          </a:prstGeom>
          <a:solidFill>
            <a:srgbClr val="131715"/>
          </a:solidFill>
          <a:ln w="12700">
            <a:solidFill>
              <a:srgbClr val="13171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0837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465576"/>
            <a:ext cx="45537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auto-start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history &amp; bb why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Self-test &amp; feedback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/ Linux / macOS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27064" y="2734056"/>
            <a:ext cx="5349240" cy="2889504"/>
          </a:xfrm>
          <a:prstGeom prst="roundRect">
            <a:avLst>
              <a:gd name="adj" fmla="val 5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3008376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465576"/>
            <a:ext cx="45902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Event Log correlation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+ per-program GPU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 HTML report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317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signing + winget listing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61888"/>
            <a:ext cx="10881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has the broadest sensor coverage; on other platforms unsupported rules are skipped.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17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3504" y="347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blackbox  /  bb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366760" y="347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0" y="6446520"/>
            <a:ext cx="576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234440"/>
            <a:ext cx="108082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time it feels slow,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why.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570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F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Install   →   2  Start recording   →   3  Ask bb why now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" y="4654296"/>
            <a:ext cx="10954512" cy="804672"/>
          </a:xfrm>
          <a:prstGeom prst="roundRect">
            <a:avLst>
              <a:gd name="adj" fmla="val 15909"/>
            </a:avLst>
          </a:prstGeom>
          <a:solidFill>
            <a:srgbClr val="1B211E"/>
          </a:solidFill>
          <a:ln w="12700">
            <a:solidFill>
              <a:srgbClr val="1B211E">
                <a:alpha val="0"/>
              </a:srgbClr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914400" y="4910328"/>
            <a:ext cx="9948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github.com/AnakinSkywalker0/blackbox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5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 /  MIT license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blackbox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Blackbox — a flight recorder for computer performance</dc:title>
  <dc:subject>Blackbox product overview</dc:subject>
  <dc:creator>blackbox</dc:creator>
  <cp:lastModifiedBy>blackbox</cp:lastModifiedBy>
  <cp:revision>1</cp:revision>
  <dcterms:created xsi:type="dcterms:W3CDTF">2026-10-02T14:45:46Z</dcterms:created>
  <dcterms:modified xsi:type="dcterms:W3CDTF">2026-10-02T14:45:46Z</dcterms:modified>
</cp:coreProperties>
</file>